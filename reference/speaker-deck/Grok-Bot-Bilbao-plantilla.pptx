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embedTrueType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embeddedFontLst>
    <p:embeddedFont>
      <p:font typeface="Universal Sans Display 400" pitchFamily="34" charset="0"/>
      <p:regular r:id="rId10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20">
          <p15:clr>
            <a:srgbClr val="EE3342"/>
          </p15:clr>
        </p15:guide>
        <p15:guide id="2" pos="3856">
          <p15:clr>
            <a:srgbClr val="EE3342"/>
          </p15:clr>
        </p15:guide>
        <p15:guide id="3" pos="7360">
          <p15:clr>
            <a:srgbClr val="EE3342"/>
          </p15:clr>
        </p15:guide>
        <p15:guide id="4" pos="360" orient="horz">
          <p15:clr>
            <a:srgbClr val="EE3342"/>
          </p15:clr>
        </p15:guide>
        <p15:guide id="5" pos="800" orient="horz">
          <p15:clr>
            <a:srgbClr val="EE3342"/>
          </p15:clr>
        </p15:guide>
        <p15:guide id="6" pos="3520" orient="horz">
          <p15:clr>
            <a:srgbClr val="EE3342"/>
          </p15:clr>
        </p15:guide>
        <p15:guide id="7" pos="3960" orient="horz">
          <p15:clr>
            <a:srgbClr val="EE3342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100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Portada. El título de tu charla en dos líneas como máximo; tu nombre en blanco y la empresa en gris. El bot y su color ya vienen puestos: no los muevas.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Sección. Úsala solo si la charla tiene tres partes o más. Número en gris, título en una línea.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Título y filas. Título a la izquierda; a la derecha, hasta cuatro filas numeradas. Cada fila: una línea en blanco (la idea) y como mucho una en gris (el detalle). Nada de viñetas. Para añadir una fila, copia la última y bájala 142 px (1 in = 144 px).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Frase. Tu idea principal, en tres líneas como máximo. Sin nada más en la diapositiva.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Cifra. Un solo número, en el color de tu bot: es el único sitio donde se usa. Siempre con su unidad y su fuente.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Tres cifras. Como máximo tres, en blanco; la unidad en gris. Etiquetas cortas.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Imagen con título. La imagen va centrada entre las guías rojas (Ver &gt; Guías): 680 px (4,7 in) de alto como máximo. Escálala desde una esquina con Mayús para no deformarla y luego Organizar &gt; Alinear &gt; Centrar y Alinear al medio. Sin bordes, sombras ni esquinas redondeadas.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Imagen sola. Para capturas y fotos verticales: lo más grande posible, 760 px (5,3 in) de alto como máximo, y Organizar &gt; Alinear &gt; Centrar y Alinear al medio. Recorta la captura antes de insertarla, no en la diapositiva.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Imagen a sangre. Solo fotos horizontales, oscuras y de calidad (1920 × 1080 o más). Llena toda la diapositiva. Solo el pie encima, en blanco, sobre una zona oscura.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Dos imágenes. Para comparar: las dos del mismo formato (16:9) y el mismo tamaño. Pie en blanco, detalle en gris.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Cita. Doce palabras como máximo, con comillas “ ”. Autor en blanco, cargo en gris.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Código. Solo el fragmento que explicas, 14 líneas como máximo. Fuente monoespaciada, comentarios en gris. Nada de capturas del editor.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Cierre. Tu nombre, tu empresa y un solo enlace, sin https://. El bot ya viene puesto.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4-1.png"/><Relationship Id="rId2" Type="http://schemas.openxmlformats.org/officeDocument/2006/relationships/image" Target="../media/image-1014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1 Portada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rok B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571500"/>
            <a:ext cx="5715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Grok Bot</a:t>
            </a:r>
            <a:endParaRPr lang="en-US" sz="3200" dirty="0"/>
          </a:p>
          <a:p>
            <a:pPr algn="l" indent="0" marL="0">
              <a:lnSpc>
                <a:spcPts val="35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Bilbao Meetup</a:t>
            </a:r>
            <a:endParaRPr lang="en-US" sz="3200" dirty="0"/>
          </a:p>
        </p:txBody>
      </p:sp>
      <p:sp>
        <p:nvSpPr>
          <p:cNvPr id="4" name="title"/>
          <p:cNvSpPr/>
          <p:nvPr>
            <p:ph idx="102" type="title" hasCustomPrompt="1"/>
          </p:nvPr>
        </p:nvSpPr>
        <p:spPr>
          <a:xfrm>
            <a:off x="508000" y="2286000"/>
            <a:ext cx="11176000" cy="3505200"/>
          </a:xfrm>
          <a:prstGeom prst="rect">
            <a:avLst/>
          </a:prstGeom>
          <a:noFill/>
          <a:ln/>
        </p:spPr>
        <p:txBody>
          <a:bodyPr wrap="square" rtlCol="0" lIns="0" tIns="0" rIns="0" bIns="0" anchor="b"/>
          <a:lstStyle>
            <a:lvl1pPr algn="l" indent="0" marL="0">
              <a:lnSpc>
                <a:spcPts val="6300"/>
              </a:lnSpc>
              <a:buNone/>
              <a:defRPr lang="en-US" sz="60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defRPr>
            </a:lvl1pPr>
          </a:lstStyle>
          <a:p>
            <a:pPr algn="l" indent="0" marL="0">
              <a:lnSpc>
                <a:spcPts val="6300"/>
              </a:lnSpc>
              <a:buNone/>
            </a:pPr>
            <a:r>
              <a:rPr lang="en-US" sz="60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Título de la charla</a:t>
            </a:r>
            <a:endParaRPr lang="en-US" sz="6000" dirty="0"/>
          </a:p>
        </p:txBody>
      </p:sp>
      <p:sp>
        <p:nvSpPr>
          <p:cNvPr id="5" name="speaker"/>
          <p:cNvSpPr/>
          <p:nvPr>
            <p:ph idx="103" type="body" hasCustomPrompt="1"/>
          </p:nvPr>
        </p:nvSpPr>
        <p:spPr>
          <a:xfrm>
            <a:off x="508000" y="6045200"/>
            <a:ext cx="8255000" cy="241300"/>
          </a:xfrm>
          <a:prstGeom prst="rect">
            <a:avLst/>
          </a:prstGeom>
          <a:noFill/>
          <a:ln/>
        </p:spPr>
        <p:txBody>
          <a:bodyPr wrap="square" rtlCol="0" lIns="0" tIns="0" rIns="0" bIns="0" anchor="b"/>
          <a:lstStyle>
            <a:lvl1pPr algn="l" indent="0" marL="0">
              <a:lnSpc>
                <a:spcPts val="1900"/>
              </a:lnSpc>
              <a:buNone/>
              <a:defRPr lang="en-US" sz="16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defRPr>
            </a:lvl1pPr>
          </a:lstStyle>
          <a:p>
            <a:pPr algn="l"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Nombre Apellido · Empresa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2 Sección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umber"/>
          <p:cNvSpPr/>
          <p:nvPr>
            <p:ph idx="100" type="body" hasCustomPrompt="1"/>
          </p:nvPr>
        </p:nvSpPr>
        <p:spPr>
          <a:xfrm>
            <a:off x="508000" y="571500"/>
            <a:ext cx="2540000" cy="44450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3500"/>
              </a:lnSpc>
              <a:buNone/>
              <a:defRPr lang="en-US" sz="3200" dirty="0">
                <a:solidFill>
                  <a:srgbClr val="777777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defRPr>
            </a:lvl1pPr>
          </a:lstStyle>
          <a:p>
            <a:pPr algn="l" indent="0" marL="0">
              <a:lnSpc>
                <a:spcPts val="3500"/>
              </a:lnSpc>
              <a:buNone/>
            </a:pPr>
            <a:r>
              <a:rPr lang="en-US" sz="3200" dirty="0">
                <a:solidFill>
                  <a:srgbClr val="777777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01</a:t>
            </a:r>
            <a:endParaRPr lang="en-US" sz="3200" dirty="0"/>
          </a:p>
        </p:txBody>
      </p:sp>
      <p:sp>
        <p:nvSpPr>
          <p:cNvPr id="3" name="title"/>
          <p:cNvSpPr/>
          <p:nvPr>
            <p:ph idx="101" type="title" hasCustomPrompt="1"/>
          </p:nvPr>
        </p:nvSpPr>
        <p:spPr>
          <a:xfrm>
            <a:off x="508000" y="2540000"/>
            <a:ext cx="11176000" cy="3746500"/>
          </a:xfrm>
          <a:prstGeom prst="rect">
            <a:avLst/>
          </a:prstGeom>
          <a:noFill/>
          <a:ln/>
        </p:spPr>
        <p:txBody>
          <a:bodyPr wrap="square" rtlCol="0" lIns="0" tIns="0" rIns="0" bIns="0" anchor="b"/>
          <a:lstStyle>
            <a:lvl1pPr algn="l" indent="0" marL="0">
              <a:lnSpc>
                <a:spcPts val="6300"/>
              </a:lnSpc>
              <a:buNone/>
              <a:defRPr lang="en-US" sz="60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defRPr>
            </a:lvl1pPr>
          </a:lstStyle>
          <a:p>
            <a:pPr algn="l" indent="0" marL="0">
              <a:lnSpc>
                <a:spcPts val="6300"/>
              </a:lnSpc>
              <a:buNone/>
            </a:pPr>
            <a:r>
              <a:rPr lang="en-US" sz="60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Título de sección</a:t>
            </a:r>
            <a:endParaRPr lang="en-US" sz="6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00" y="6045200"/>
            <a:ext cx="1270000" cy="2413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600">
                <a:solidFill>
                  <a:srgbClr val="777777"/>
                </a:solidFill>
                <a:latin typeface="Universal Sans Display 400"/>
                <a:ea typeface="Universal Sans Display 400"/>
                <a:cs typeface="Universal Sans Display 400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3 Título y filas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508000" y="571500"/>
            <a:ext cx="5105400" cy="190500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3500"/>
              </a:lnSpc>
              <a:buNone/>
              <a:defRPr lang="en-US" sz="32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defRPr>
            </a:lvl1pPr>
          </a:lstStyle>
          <a:p>
            <a:pPr algn="l" indent="0" marL="0">
              <a:lnSpc>
                <a:spcPts val="35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Título, tres líneas como máximo</a:t>
            </a:r>
            <a:endParaRPr lang="en-US" sz="3200" dirty="0"/>
          </a:p>
        </p:txBody>
      </p:sp>
      <p:sp>
        <p:nvSpPr>
          <p:cNvPr id="3" name="rows"/>
          <p:cNvSpPr/>
          <p:nvPr>
            <p:ph idx="101" type="body" hasCustomPrompt="1"/>
          </p:nvPr>
        </p:nvSpPr>
        <p:spPr>
          <a:xfrm>
            <a:off x="6121400" y="571500"/>
            <a:ext cx="5562600" cy="508000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2400"/>
              </a:lnSpc>
              <a:buNone/>
              <a:defRPr lang="en-US" sz="20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defRPr>
            </a:lvl1pPr>
          </a:lstStyle>
          <a:p>
            <a:pPr algn="l" indent="0" marL="0">
              <a:lnSpc>
                <a:spcPts val="24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Filas: copia las de la diapositiva de ejemplo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00" y="6045200"/>
            <a:ext cx="1270000" cy="2413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600">
                <a:solidFill>
                  <a:srgbClr val="777777"/>
                </a:solidFill>
                <a:latin typeface="Universal Sans Display 400"/>
                <a:ea typeface="Universal Sans Display 400"/>
                <a:cs typeface="Universal Sans Display 400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4 Frase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508000" y="1905000"/>
            <a:ext cx="9906000" cy="4381500"/>
          </a:xfrm>
          <a:prstGeom prst="rect">
            <a:avLst/>
          </a:prstGeom>
          <a:noFill/>
          <a:ln/>
        </p:spPr>
        <p:txBody>
          <a:bodyPr wrap="square" rtlCol="0" lIns="0" tIns="0" rIns="0" bIns="0" anchor="b"/>
          <a:lstStyle>
            <a:lvl1pPr algn="l" indent="0" marL="0">
              <a:lnSpc>
                <a:spcPts val="6300"/>
              </a:lnSpc>
              <a:buNone/>
              <a:defRPr lang="en-US" sz="60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defRPr>
            </a:lvl1pPr>
          </a:lstStyle>
          <a:p>
            <a:pPr algn="l" indent="0" marL="0">
              <a:lnSpc>
                <a:spcPts val="6300"/>
              </a:lnSpc>
              <a:buNone/>
            </a:pPr>
            <a:r>
              <a:rPr lang="en-US" sz="60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Una frase, tres líneas como máximo</a:t>
            </a:r>
            <a:endParaRPr lang="en-US" sz="6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00" y="6045200"/>
            <a:ext cx="1270000" cy="2413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600">
                <a:solidFill>
                  <a:srgbClr val="777777"/>
                </a:solidFill>
                <a:latin typeface="Universal Sans Display 400"/>
                <a:ea typeface="Universal Sans Display 400"/>
                <a:cs typeface="Universal Sans Display 400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5 Cifra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508000" y="571500"/>
            <a:ext cx="11176000" cy="44450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3500"/>
              </a:lnSpc>
              <a:buNone/>
              <a:defRPr lang="en-US" sz="32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defRPr>
            </a:lvl1pPr>
          </a:lstStyle>
          <a:p>
            <a:pPr algn="l" indent="0" marL="0">
              <a:lnSpc>
                <a:spcPts val="35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Título</a:t>
            </a:r>
            <a:endParaRPr lang="en-US" sz="3200" dirty="0"/>
          </a:p>
        </p:txBody>
      </p:sp>
      <p:sp>
        <p:nvSpPr>
          <p:cNvPr id="3" name="figure"/>
          <p:cNvSpPr/>
          <p:nvPr>
            <p:ph idx="101" type="body" hasCustomPrompt="1"/>
          </p:nvPr>
        </p:nvSpPr>
        <p:spPr>
          <a:xfrm>
            <a:off x="508000" y="3556000"/>
            <a:ext cx="9906000" cy="1778000"/>
          </a:xfrm>
          <a:prstGeom prst="rect">
            <a:avLst/>
          </a:prstGeom>
          <a:noFill/>
          <a:ln/>
        </p:spPr>
        <p:txBody>
          <a:bodyPr wrap="square" rtlCol="0" lIns="0" tIns="0" rIns="0" bIns="0" anchor="b"/>
          <a:lstStyle>
            <a:lvl1pPr algn="l" indent="0" marL="0">
              <a:lnSpc>
                <a:spcPts val="11400"/>
              </a:lnSpc>
              <a:buNone/>
              <a:defRPr lang="en-US" sz="120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defRPr>
            </a:lvl1pPr>
          </a:lstStyle>
          <a:p>
            <a:pPr algn="l" indent="0" marL="0">
              <a:lnSpc>
                <a:spcPts val="11400"/>
              </a:lnSpc>
              <a:buNone/>
            </a:pPr>
            <a:r>
              <a:rPr lang="en-US" sz="120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12</a:t>
            </a:r>
            <a:endParaRPr lang="en-US" sz="12000" dirty="0"/>
          </a:p>
        </p:txBody>
      </p:sp>
      <p:sp>
        <p:nvSpPr>
          <p:cNvPr id="4" name="label"/>
          <p:cNvSpPr/>
          <p:nvPr>
            <p:ph idx="102" type="body" hasCustomPrompt="1"/>
          </p:nvPr>
        </p:nvSpPr>
        <p:spPr>
          <a:xfrm>
            <a:off x="508000" y="5486400"/>
            <a:ext cx="9906000" cy="304800"/>
          </a:xfrm>
          <a:prstGeom prst="rect">
            <a:avLst/>
          </a:prstGeom>
          <a:noFill/>
          <a:ln/>
        </p:spPr>
        <p:txBody>
          <a:bodyPr wrap="square" rtlCol="0" lIns="0" tIns="0" rIns="0" bIns="0" anchor="b"/>
          <a:lstStyle>
            <a:lvl1pPr algn="l" indent="0" marL="0">
              <a:lnSpc>
                <a:spcPts val="2400"/>
              </a:lnSpc>
              <a:buNone/>
              <a:defRPr lang="en-US" sz="20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defRPr>
            </a:lvl1pPr>
          </a:lstStyle>
          <a:p>
            <a:pPr algn="l" indent="0" marL="0">
              <a:lnSpc>
                <a:spcPts val="24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Qué significa la cifra</a:t>
            </a:r>
            <a:endParaRPr lang="en-US" sz="2000" dirty="0"/>
          </a:p>
        </p:txBody>
      </p:sp>
      <p:sp>
        <p:nvSpPr>
          <p:cNvPr id="5" name="source"/>
          <p:cNvSpPr/>
          <p:nvPr>
            <p:ph idx="103" type="body" hasCustomPrompt="1"/>
          </p:nvPr>
        </p:nvSpPr>
        <p:spPr>
          <a:xfrm>
            <a:off x="508000" y="6045200"/>
            <a:ext cx="8255000" cy="241300"/>
          </a:xfrm>
          <a:prstGeom prst="rect">
            <a:avLst/>
          </a:prstGeom>
          <a:noFill/>
          <a:ln/>
        </p:spPr>
        <p:txBody>
          <a:bodyPr wrap="square" rtlCol="0" lIns="0" tIns="0" rIns="0" bIns="0" anchor="b"/>
          <a:lstStyle>
            <a:lvl1pPr algn="l" indent="0" marL="0">
              <a:lnSpc>
                <a:spcPts val="1900"/>
              </a:lnSpc>
              <a:buNone/>
              <a:defRPr lang="en-US" sz="1600" dirty="0">
                <a:solidFill>
                  <a:srgbClr val="777777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defRPr>
            </a:lvl1pPr>
          </a:lstStyle>
          <a:p>
            <a:pPr algn="l"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777777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Fuente: de dónde sale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00" y="6045200"/>
            <a:ext cx="1270000" cy="2413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600">
                <a:solidFill>
                  <a:srgbClr val="777777"/>
                </a:solidFill>
                <a:latin typeface="Universal Sans Display 400"/>
                <a:ea typeface="Universal Sans Display 400"/>
                <a:cs typeface="Universal Sans Display 400"/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6 Tres cifras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508000" y="571500"/>
            <a:ext cx="11176000" cy="44450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3500"/>
              </a:lnSpc>
              <a:buNone/>
              <a:defRPr lang="en-US" sz="32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defRPr>
            </a:lvl1pPr>
          </a:lstStyle>
          <a:p>
            <a:pPr algn="l" indent="0" marL="0">
              <a:lnSpc>
                <a:spcPts val="35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Título</a:t>
            </a:r>
            <a:endParaRPr lang="en-US" sz="3200" dirty="0"/>
          </a:p>
        </p:txBody>
      </p:sp>
      <p:sp>
        <p:nvSpPr>
          <p:cNvPr id="3" name="figure1"/>
          <p:cNvSpPr/>
          <p:nvPr>
            <p:ph idx="101" type="body" hasCustomPrompt="1"/>
          </p:nvPr>
        </p:nvSpPr>
        <p:spPr>
          <a:xfrm>
            <a:off x="508000" y="4445000"/>
            <a:ext cx="3619500" cy="1384300"/>
          </a:xfrm>
          <a:prstGeom prst="rect">
            <a:avLst/>
          </a:prstGeom>
          <a:noFill/>
          <a:ln/>
        </p:spPr>
        <p:txBody>
          <a:bodyPr wrap="square" rtlCol="0" lIns="0" tIns="0" rIns="0" bIns="0" anchor="b"/>
          <a:lstStyle>
            <a:lvl1pPr algn="l" indent="0" marL="0">
              <a:lnSpc>
                <a:spcPts val="6300"/>
              </a:lnSpc>
              <a:buNone/>
              <a:defRPr lang="en-US" sz="60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defRPr>
            </a:lvl1pPr>
          </a:lstStyle>
          <a:p>
            <a:pPr algn="l" indent="0" marL="0">
              <a:lnSpc>
                <a:spcPts val="6300"/>
              </a:lnSpc>
              <a:buNone/>
            </a:pPr>
            <a:r>
              <a:rPr lang="en-US" sz="60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3</a:t>
            </a:r>
            <a:endParaRPr lang="en-US" sz="6000" dirty="0"/>
          </a:p>
        </p:txBody>
      </p:sp>
      <p:sp>
        <p:nvSpPr>
          <p:cNvPr id="4" name="label1"/>
          <p:cNvSpPr/>
          <p:nvPr>
            <p:ph idx="102" type="body" hasCustomPrompt="1"/>
          </p:nvPr>
        </p:nvSpPr>
        <p:spPr>
          <a:xfrm>
            <a:off x="508000" y="5981700"/>
            <a:ext cx="3619500" cy="304800"/>
          </a:xfrm>
          <a:prstGeom prst="rect">
            <a:avLst/>
          </a:prstGeom>
          <a:noFill/>
          <a:ln/>
        </p:spPr>
        <p:txBody>
          <a:bodyPr wrap="square" rtlCol="0" lIns="0" tIns="0" rIns="0" bIns="0" anchor="b"/>
          <a:lstStyle>
            <a:lvl1pPr algn="l" indent="0" marL="0">
              <a:lnSpc>
                <a:spcPts val="2400"/>
              </a:lnSpc>
              <a:buNone/>
              <a:defRPr lang="en-US" sz="2000" dirty="0">
                <a:solidFill>
                  <a:srgbClr val="777777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defRPr>
            </a:lvl1pPr>
          </a:lstStyle>
          <a:p>
            <a:pPr algn="l" indent="0" marL="0">
              <a:lnSpc>
                <a:spcPts val="2400"/>
              </a:lnSpc>
              <a:buNone/>
            </a:pPr>
            <a:r>
              <a:rPr lang="en-US" sz="2000" dirty="0">
                <a:solidFill>
                  <a:srgbClr val="777777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Etiqueta</a:t>
            </a:r>
            <a:endParaRPr lang="en-US" sz="2000" dirty="0"/>
          </a:p>
        </p:txBody>
      </p:sp>
      <p:sp>
        <p:nvSpPr>
          <p:cNvPr id="5" name="figure2"/>
          <p:cNvSpPr/>
          <p:nvPr>
            <p:ph idx="103" type="body" hasCustomPrompt="1"/>
          </p:nvPr>
        </p:nvSpPr>
        <p:spPr>
          <a:xfrm>
            <a:off x="4284133" y="4445000"/>
            <a:ext cx="3619500" cy="1384300"/>
          </a:xfrm>
          <a:prstGeom prst="rect">
            <a:avLst/>
          </a:prstGeom>
          <a:noFill/>
          <a:ln/>
        </p:spPr>
        <p:txBody>
          <a:bodyPr wrap="square" rtlCol="0" lIns="0" tIns="0" rIns="0" bIns="0" anchor="b"/>
          <a:lstStyle>
            <a:lvl1pPr algn="l" indent="0" marL="0">
              <a:lnSpc>
                <a:spcPts val="6300"/>
              </a:lnSpc>
              <a:buNone/>
              <a:defRPr lang="en-US" sz="60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defRPr>
            </a:lvl1pPr>
          </a:lstStyle>
          <a:p>
            <a:pPr algn="l" indent="0" marL="0">
              <a:lnSpc>
                <a:spcPts val="6300"/>
              </a:lnSpc>
              <a:buNone/>
            </a:pPr>
            <a:r>
              <a:rPr lang="en-US" sz="60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45 min</a:t>
            </a:r>
            <a:endParaRPr lang="en-US" sz="6000" dirty="0"/>
          </a:p>
        </p:txBody>
      </p:sp>
      <p:sp>
        <p:nvSpPr>
          <p:cNvPr id="6" name="label2"/>
          <p:cNvSpPr/>
          <p:nvPr>
            <p:ph idx="104" type="body" hasCustomPrompt="1"/>
          </p:nvPr>
        </p:nvSpPr>
        <p:spPr>
          <a:xfrm>
            <a:off x="4284133" y="5981700"/>
            <a:ext cx="3619500" cy="304800"/>
          </a:xfrm>
          <a:prstGeom prst="rect">
            <a:avLst/>
          </a:prstGeom>
          <a:noFill/>
          <a:ln/>
        </p:spPr>
        <p:txBody>
          <a:bodyPr wrap="square" rtlCol="0" lIns="0" tIns="0" rIns="0" bIns="0" anchor="b"/>
          <a:lstStyle>
            <a:lvl1pPr algn="l" indent="0" marL="0">
              <a:lnSpc>
                <a:spcPts val="2400"/>
              </a:lnSpc>
              <a:buNone/>
              <a:defRPr lang="en-US" sz="2000" dirty="0">
                <a:solidFill>
                  <a:srgbClr val="777777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defRPr>
            </a:lvl1pPr>
          </a:lstStyle>
          <a:p>
            <a:pPr algn="l" indent="0" marL="0">
              <a:lnSpc>
                <a:spcPts val="2400"/>
              </a:lnSpc>
              <a:buNone/>
            </a:pPr>
            <a:r>
              <a:rPr lang="en-US" sz="2000" dirty="0">
                <a:solidFill>
                  <a:srgbClr val="777777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Etiqueta</a:t>
            </a:r>
            <a:endParaRPr lang="en-US" sz="2000" dirty="0"/>
          </a:p>
        </p:txBody>
      </p:sp>
      <p:sp>
        <p:nvSpPr>
          <p:cNvPr id="7" name="figure3"/>
          <p:cNvSpPr/>
          <p:nvPr>
            <p:ph idx="105" type="body" hasCustomPrompt="1"/>
          </p:nvPr>
        </p:nvSpPr>
        <p:spPr>
          <a:xfrm>
            <a:off x="8060267" y="4445000"/>
            <a:ext cx="3619500" cy="1384300"/>
          </a:xfrm>
          <a:prstGeom prst="rect">
            <a:avLst/>
          </a:prstGeom>
          <a:noFill/>
          <a:ln/>
        </p:spPr>
        <p:txBody>
          <a:bodyPr wrap="square" rtlCol="0" lIns="0" tIns="0" rIns="0" bIns="0" anchor="b"/>
          <a:lstStyle>
            <a:lvl1pPr algn="l" indent="0" marL="0">
              <a:lnSpc>
                <a:spcPts val="6300"/>
              </a:lnSpc>
              <a:buNone/>
              <a:defRPr lang="en-US" sz="60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defRPr>
            </a:lvl1pPr>
          </a:lstStyle>
          <a:p>
            <a:pPr algn="l" indent="0" marL="0">
              <a:lnSpc>
                <a:spcPts val="6300"/>
              </a:lnSpc>
              <a:buNone/>
            </a:pPr>
            <a:r>
              <a:rPr lang="en-US" sz="60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4 h</a:t>
            </a:r>
            <a:endParaRPr lang="en-US" sz="6000" dirty="0"/>
          </a:p>
        </p:txBody>
      </p:sp>
      <p:sp>
        <p:nvSpPr>
          <p:cNvPr id="8" name="label3"/>
          <p:cNvSpPr/>
          <p:nvPr>
            <p:ph idx="106" type="body" hasCustomPrompt="1"/>
          </p:nvPr>
        </p:nvSpPr>
        <p:spPr>
          <a:xfrm>
            <a:off x="8060267" y="5981700"/>
            <a:ext cx="3619500" cy="304800"/>
          </a:xfrm>
          <a:prstGeom prst="rect">
            <a:avLst/>
          </a:prstGeom>
          <a:noFill/>
          <a:ln/>
        </p:spPr>
        <p:txBody>
          <a:bodyPr wrap="square" rtlCol="0" lIns="0" tIns="0" rIns="0" bIns="0" anchor="b"/>
          <a:lstStyle>
            <a:lvl1pPr algn="l" indent="0" marL="0">
              <a:lnSpc>
                <a:spcPts val="2400"/>
              </a:lnSpc>
              <a:buNone/>
              <a:defRPr lang="en-US" sz="2000" dirty="0">
                <a:solidFill>
                  <a:srgbClr val="777777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defRPr>
            </a:lvl1pPr>
          </a:lstStyle>
          <a:p>
            <a:pPr algn="l" indent="0" marL="0">
              <a:lnSpc>
                <a:spcPts val="2400"/>
              </a:lnSpc>
              <a:buNone/>
            </a:pPr>
            <a:r>
              <a:rPr lang="en-US" sz="2000" dirty="0">
                <a:solidFill>
                  <a:srgbClr val="777777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Etiqueta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00" y="6045200"/>
            <a:ext cx="1270000" cy="2413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600">
                <a:solidFill>
                  <a:srgbClr val="777777"/>
                </a:solidFill>
                <a:latin typeface="Universal Sans Display 400"/>
                <a:ea typeface="Universal Sans Display 400"/>
                <a:cs typeface="Universal Sans Display 400"/>
              </a:defRPr>
            </a:lvl1pPr>
          </a:lstStyle>
          <a:p>
            <a:pPr algn="r"/>
            <a:fld id="{F7021451-1387-4CA6-816F-3879F97B5CBC}" type="slidenum">
              <a:rPr b="0" lang="en-US"/>
              <a:t>1007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7 Imagen con título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508000" y="571500"/>
            <a:ext cx="11176000" cy="44450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3500"/>
              </a:lnSpc>
              <a:buNone/>
              <a:defRPr lang="en-US" sz="32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defRPr>
            </a:lvl1pPr>
          </a:lstStyle>
          <a:p>
            <a:pPr algn="l" indent="0" marL="0">
              <a:lnSpc>
                <a:spcPts val="35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Título</a:t>
            </a:r>
            <a:endParaRPr lang="en-US" sz="3200" dirty="0"/>
          </a:p>
        </p:txBody>
      </p:sp>
      <p:sp>
        <p:nvSpPr>
          <p:cNvPr id="3" name="caption"/>
          <p:cNvSpPr/>
          <p:nvPr>
            <p:ph idx="101" type="body" hasCustomPrompt="1"/>
          </p:nvPr>
        </p:nvSpPr>
        <p:spPr>
          <a:xfrm>
            <a:off x="508000" y="6045200"/>
            <a:ext cx="8255000" cy="241300"/>
          </a:xfrm>
          <a:prstGeom prst="rect">
            <a:avLst/>
          </a:prstGeom>
          <a:noFill/>
          <a:ln/>
        </p:spPr>
        <p:txBody>
          <a:bodyPr wrap="square" rtlCol="0" lIns="0" tIns="0" rIns="0" bIns="0" anchor="b"/>
          <a:lstStyle>
            <a:lvl1pPr algn="l" indent="0" marL="0">
              <a:lnSpc>
                <a:spcPts val="1900"/>
              </a:lnSpc>
              <a:buNone/>
              <a:defRPr lang="en-US" sz="1600" dirty="0">
                <a:solidFill>
                  <a:srgbClr val="777777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defRPr>
            </a:lvl1pPr>
          </a:lstStyle>
          <a:p>
            <a:pPr algn="l"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777777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Foto: autor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00" y="6045200"/>
            <a:ext cx="1270000" cy="2413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600">
                <a:solidFill>
                  <a:srgbClr val="777777"/>
                </a:solidFill>
                <a:latin typeface="Universal Sans Display 400"/>
                <a:ea typeface="Universal Sans Display 400"/>
                <a:cs typeface="Universal Sans Display 400"/>
              </a:defRPr>
            </a:lvl1pPr>
          </a:lstStyle>
          <a:p>
            <a:pPr algn="r"/>
            <a:fld id="{F7021451-1387-4CA6-816F-3879F97B5CBC}" type="slidenum">
              <a:rPr b="0" lang="en-US"/>
              <a:t>1008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8 Imagen sola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ption"/>
          <p:cNvSpPr/>
          <p:nvPr>
            <p:ph idx="100" type="body" hasCustomPrompt="1"/>
          </p:nvPr>
        </p:nvSpPr>
        <p:spPr>
          <a:xfrm>
            <a:off x="508000" y="6045200"/>
            <a:ext cx="8255000" cy="241300"/>
          </a:xfrm>
          <a:prstGeom prst="rect">
            <a:avLst/>
          </a:prstGeom>
          <a:noFill/>
          <a:ln/>
        </p:spPr>
        <p:txBody>
          <a:bodyPr wrap="square" rtlCol="0" lIns="0" tIns="0" rIns="0" bIns="0" anchor="b"/>
          <a:lstStyle>
            <a:lvl1pPr algn="l" indent="0" marL="0">
              <a:lnSpc>
                <a:spcPts val="1900"/>
              </a:lnSpc>
              <a:buNone/>
              <a:defRPr lang="en-US" sz="1600" dirty="0">
                <a:solidFill>
                  <a:srgbClr val="777777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defRPr>
            </a:lvl1pPr>
          </a:lstStyle>
          <a:p>
            <a:pPr algn="l"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777777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Foto: autor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00" y="6045200"/>
            <a:ext cx="1270000" cy="2413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600">
                <a:solidFill>
                  <a:srgbClr val="777777"/>
                </a:solidFill>
                <a:latin typeface="Universal Sans Display 400"/>
                <a:ea typeface="Universal Sans Display 400"/>
                <a:cs typeface="Universal Sans Display 400"/>
              </a:defRPr>
            </a:lvl1pPr>
          </a:lstStyle>
          <a:p>
            <a:pPr algn="r"/>
            <a:fld id="{F7021451-1387-4CA6-816F-3879F97B5CBC}" type="slidenum">
              <a:rPr b="0" lang="en-US"/>
              <a:t>1009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9 Imagen a sangre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"/>
          <p:cNvSpPr/>
          <p:nvPr>
            <p:ph idx="100" hasCustomPrompt="1" type="pic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3" name="caption"/>
          <p:cNvSpPr/>
          <p:nvPr>
            <p:ph idx="101" type="body" hasCustomPrompt="1"/>
          </p:nvPr>
        </p:nvSpPr>
        <p:spPr>
          <a:xfrm>
            <a:off x="508000" y="6045200"/>
            <a:ext cx="8255000" cy="241300"/>
          </a:xfrm>
          <a:prstGeom prst="rect">
            <a:avLst/>
          </a:prstGeom>
          <a:noFill/>
          <a:ln/>
        </p:spPr>
        <p:txBody>
          <a:bodyPr wrap="square" rtlCol="0" lIns="0" tIns="0" rIns="0" bIns="0" anchor="b"/>
          <a:lstStyle>
            <a:lvl1pPr algn="l" indent="0" marL="0">
              <a:lnSpc>
                <a:spcPts val="1900"/>
              </a:lnSpc>
              <a:buNone/>
              <a:defRPr lang="en-US" sz="16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defRPr>
            </a:lvl1pPr>
          </a:lstStyle>
          <a:p>
            <a:pPr algn="l"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Foto: autor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 Dos imágenes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508000" y="571500"/>
            <a:ext cx="11176000" cy="44450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3500"/>
              </a:lnSpc>
              <a:buNone/>
              <a:defRPr lang="en-US" sz="32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defRPr>
            </a:lvl1pPr>
          </a:lstStyle>
          <a:p>
            <a:pPr algn="l" indent="0" marL="0">
              <a:lnSpc>
                <a:spcPts val="35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Título</a:t>
            </a:r>
            <a:endParaRPr lang="en-US" sz="3200" dirty="0"/>
          </a:p>
        </p:txBody>
      </p:sp>
      <p:sp>
        <p:nvSpPr>
          <p:cNvPr id="3" name="image1"/>
          <p:cNvSpPr/>
          <p:nvPr>
            <p:ph idx="101" hasCustomPrompt="1" type="pic"/>
          </p:nvPr>
        </p:nvSpPr>
        <p:spPr>
          <a:xfrm>
            <a:off x="508000" y="1917700"/>
            <a:ext cx="5384800" cy="302895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4" name="label1"/>
          <p:cNvSpPr/>
          <p:nvPr>
            <p:ph idx="102" type="body" hasCustomPrompt="1"/>
          </p:nvPr>
        </p:nvSpPr>
        <p:spPr>
          <a:xfrm>
            <a:off x="508000" y="5149850"/>
            <a:ext cx="5384800" cy="24130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1900"/>
              </a:lnSpc>
              <a:buNone/>
              <a:defRPr lang="en-US" sz="16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defRPr>
            </a:lvl1pPr>
          </a:lstStyle>
          <a:p>
            <a:pPr algn="l"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Pie</a:t>
            </a:r>
            <a:endParaRPr lang="en-US" sz="1600" dirty="0"/>
          </a:p>
        </p:txBody>
      </p:sp>
      <p:sp>
        <p:nvSpPr>
          <p:cNvPr id="5" name="note1"/>
          <p:cNvSpPr/>
          <p:nvPr>
            <p:ph idx="103" type="body" hasCustomPrompt="1"/>
          </p:nvPr>
        </p:nvSpPr>
        <p:spPr>
          <a:xfrm>
            <a:off x="508000" y="5391150"/>
            <a:ext cx="5384800" cy="24130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1900"/>
              </a:lnSpc>
              <a:buNone/>
              <a:defRPr lang="en-US" sz="1600" dirty="0">
                <a:solidFill>
                  <a:srgbClr val="777777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defRPr>
            </a:lvl1pPr>
          </a:lstStyle>
          <a:p>
            <a:pPr algn="l"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777777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Detalle en gris</a:t>
            </a:r>
            <a:endParaRPr lang="en-US" sz="1600" dirty="0"/>
          </a:p>
        </p:txBody>
      </p:sp>
      <p:sp>
        <p:nvSpPr>
          <p:cNvPr id="6" name="image2"/>
          <p:cNvSpPr/>
          <p:nvPr>
            <p:ph idx="104" hasCustomPrompt="1" type="pic"/>
          </p:nvPr>
        </p:nvSpPr>
        <p:spPr>
          <a:xfrm>
            <a:off x="6299200" y="1917700"/>
            <a:ext cx="5384800" cy="302895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7" name="label2"/>
          <p:cNvSpPr/>
          <p:nvPr>
            <p:ph idx="105" type="body" hasCustomPrompt="1"/>
          </p:nvPr>
        </p:nvSpPr>
        <p:spPr>
          <a:xfrm>
            <a:off x="6299200" y="5149850"/>
            <a:ext cx="5384800" cy="24130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1900"/>
              </a:lnSpc>
              <a:buNone/>
              <a:defRPr lang="en-US" sz="16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defRPr>
            </a:lvl1pPr>
          </a:lstStyle>
          <a:p>
            <a:pPr algn="l"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Pie</a:t>
            </a:r>
            <a:endParaRPr lang="en-US" sz="1600" dirty="0"/>
          </a:p>
        </p:txBody>
      </p:sp>
      <p:sp>
        <p:nvSpPr>
          <p:cNvPr id="8" name="note2"/>
          <p:cNvSpPr/>
          <p:nvPr>
            <p:ph idx="106" type="body" hasCustomPrompt="1"/>
          </p:nvPr>
        </p:nvSpPr>
        <p:spPr>
          <a:xfrm>
            <a:off x="6299200" y="5391150"/>
            <a:ext cx="5384800" cy="24130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1900"/>
              </a:lnSpc>
              <a:buNone/>
              <a:defRPr lang="en-US" sz="1600" dirty="0">
                <a:solidFill>
                  <a:srgbClr val="777777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defRPr>
            </a:lvl1pPr>
          </a:lstStyle>
          <a:p>
            <a:pPr algn="l"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777777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Detalle en gris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00" y="6045200"/>
            <a:ext cx="1270000" cy="2413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600">
                <a:solidFill>
                  <a:srgbClr val="777777"/>
                </a:solidFill>
                <a:latin typeface="Universal Sans Display 400"/>
                <a:ea typeface="Universal Sans Display 400"/>
                <a:cs typeface="Universal Sans Display 400"/>
              </a:defRPr>
            </a:lvl1pPr>
          </a:lstStyle>
          <a:p>
            <a:pPr algn="r"/>
            <a:fld id="{F7021451-1387-4CA6-816F-3879F97B5CBC}" type="slidenum">
              <a:rPr b="0" lang="en-US"/>
              <a:t>1011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 Cita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508000" y="1905000"/>
            <a:ext cx="9906000" cy="3886200"/>
          </a:xfrm>
          <a:prstGeom prst="rect">
            <a:avLst/>
          </a:prstGeom>
          <a:noFill/>
          <a:ln/>
        </p:spPr>
        <p:txBody>
          <a:bodyPr wrap="square" rtlCol="0" lIns="0" tIns="0" rIns="0" bIns="0" anchor="b"/>
          <a:lstStyle>
            <a:lvl1pPr algn="l" indent="0" marL="0">
              <a:lnSpc>
                <a:spcPts val="6300"/>
              </a:lnSpc>
              <a:buNone/>
              <a:defRPr lang="en-US" sz="60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defRPr>
            </a:lvl1pPr>
          </a:lstStyle>
          <a:p>
            <a:pPr algn="l" indent="0" marL="0">
              <a:lnSpc>
                <a:spcPts val="6300"/>
              </a:lnSpc>
              <a:buNone/>
            </a:pPr>
            <a:r>
              <a:rPr lang="en-US" sz="60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“Cita corta”</a:t>
            </a:r>
            <a:endParaRPr lang="en-US" sz="6000" dirty="0"/>
          </a:p>
        </p:txBody>
      </p:sp>
      <p:sp>
        <p:nvSpPr>
          <p:cNvPr id="3" name="author"/>
          <p:cNvSpPr/>
          <p:nvPr>
            <p:ph idx="101" type="body" hasCustomPrompt="1"/>
          </p:nvPr>
        </p:nvSpPr>
        <p:spPr>
          <a:xfrm>
            <a:off x="508000" y="6045200"/>
            <a:ext cx="8255000" cy="241300"/>
          </a:xfrm>
          <a:prstGeom prst="rect">
            <a:avLst/>
          </a:prstGeom>
          <a:noFill/>
          <a:ln/>
        </p:spPr>
        <p:txBody>
          <a:bodyPr wrap="square" rtlCol="0" lIns="0" tIns="0" rIns="0" bIns="0" anchor="b"/>
          <a:lstStyle>
            <a:lvl1pPr algn="l" indent="0" marL="0">
              <a:lnSpc>
                <a:spcPts val="1900"/>
              </a:lnSpc>
              <a:buNone/>
              <a:defRPr lang="en-US" sz="16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defRPr>
            </a:lvl1pPr>
          </a:lstStyle>
          <a:p>
            <a:pPr algn="l"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Nombre Apellido · Cargo, Empresa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00" y="6045200"/>
            <a:ext cx="1270000" cy="2413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600">
                <a:solidFill>
                  <a:srgbClr val="777777"/>
                </a:solidFill>
                <a:latin typeface="Universal Sans Display 400"/>
                <a:ea typeface="Universal Sans Display 400"/>
                <a:cs typeface="Universal Sans Display 400"/>
              </a:defRPr>
            </a:lvl1pPr>
          </a:lstStyle>
          <a:p>
            <a:pPr algn="r"/>
            <a:fld id="{F7021451-1387-4CA6-816F-3879F97B5CBC}" type="slidenum">
              <a:rPr b="0" lang="en-US"/>
              <a:t>1012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 Código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508000" y="571500"/>
            <a:ext cx="11176000" cy="44450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3500"/>
              </a:lnSpc>
              <a:buNone/>
              <a:defRPr lang="en-US" sz="32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defRPr>
            </a:lvl1pPr>
          </a:lstStyle>
          <a:p>
            <a:pPr algn="l" indent="0" marL="0">
              <a:lnSpc>
                <a:spcPts val="35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Título</a:t>
            </a:r>
            <a:endParaRPr lang="en-US" sz="3200" dirty="0"/>
          </a:p>
        </p:txBody>
      </p:sp>
      <p:sp>
        <p:nvSpPr>
          <p:cNvPr id="3" name="code"/>
          <p:cNvSpPr/>
          <p:nvPr>
            <p:ph idx="101" type="body" hasCustomPrompt="1"/>
          </p:nvPr>
        </p:nvSpPr>
        <p:spPr>
          <a:xfrm>
            <a:off x="508000" y="1270000"/>
            <a:ext cx="11176000" cy="457200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2400"/>
              </a:lnSpc>
              <a:buNone/>
              <a:def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defRPr>
            </a:lvl1pPr>
          </a:lstStyle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código, 14 líneas como máximo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00" y="6045200"/>
            <a:ext cx="1270000" cy="2413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600">
                <a:solidFill>
                  <a:srgbClr val="777777"/>
                </a:solidFill>
                <a:latin typeface="Universal Sans Display 400"/>
                <a:ea typeface="Universal Sans Display 400"/>
                <a:cs typeface="Universal Sans Display 400"/>
              </a:defRPr>
            </a:lvl1pPr>
          </a:lstStyle>
          <a:p>
            <a:pPr algn="r"/>
            <a:fld id="{F7021451-1387-4CA6-816F-3879F97B5CBC}" type="slidenum">
              <a:rPr b="0" lang="en-US"/>
              <a:t>1013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 Cierre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rok B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itle"/>
          <p:cNvSpPr/>
          <p:nvPr>
            <p:ph idx="101" type="title" hasCustomPrompt="1"/>
          </p:nvPr>
        </p:nvSpPr>
        <p:spPr>
          <a:xfrm>
            <a:off x="508000" y="571500"/>
            <a:ext cx="7620000" cy="160020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6300"/>
              </a:lnSpc>
              <a:buNone/>
              <a:defRPr lang="en-US" sz="60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defRPr>
            </a:lvl1pPr>
          </a:lstStyle>
          <a:p>
            <a:pPr algn="l" indent="0" marL="0">
              <a:lnSpc>
                <a:spcPts val="6300"/>
              </a:lnSpc>
              <a:buNone/>
            </a:pPr>
            <a:r>
              <a:rPr lang="en-US" sz="60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Gracias</a:t>
            </a:r>
            <a:endParaRPr lang="en-US" sz="6000" dirty="0"/>
          </a:p>
        </p:txBody>
      </p:sp>
      <p:sp>
        <p:nvSpPr>
          <p:cNvPr id="4" name="name"/>
          <p:cNvSpPr/>
          <p:nvPr>
            <p:ph idx="102" type="body" hasCustomPrompt="1"/>
          </p:nvPr>
        </p:nvSpPr>
        <p:spPr>
          <a:xfrm>
            <a:off x="508000" y="5257800"/>
            <a:ext cx="5715000" cy="24130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1900"/>
              </a:lnSpc>
              <a:buNone/>
              <a:defRPr lang="en-US" sz="16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defRPr>
            </a:lvl1pPr>
          </a:lstStyle>
          <a:p>
            <a:pPr algn="l"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Nombre Apellido</a:t>
            </a:r>
            <a:endParaRPr lang="en-US" sz="1600" dirty="0"/>
          </a:p>
        </p:txBody>
      </p:sp>
      <p:sp>
        <p:nvSpPr>
          <p:cNvPr id="5" name="org"/>
          <p:cNvSpPr/>
          <p:nvPr>
            <p:ph idx="103" type="body" hasCustomPrompt="1"/>
          </p:nvPr>
        </p:nvSpPr>
        <p:spPr>
          <a:xfrm>
            <a:off x="508000" y="5499100"/>
            <a:ext cx="5715000" cy="24130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1900"/>
              </a:lnSpc>
              <a:buNone/>
              <a:defRPr lang="en-US" sz="1600" dirty="0">
                <a:solidFill>
                  <a:srgbClr val="777777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defRPr>
            </a:lvl1pPr>
          </a:lstStyle>
          <a:p>
            <a:pPr algn="l"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777777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Empresa</a:t>
            </a:r>
            <a:endParaRPr lang="en-US" sz="1600" dirty="0"/>
          </a:p>
        </p:txBody>
      </p:sp>
      <p:sp>
        <p:nvSpPr>
          <p:cNvPr id="6" name="Text 0"/>
          <p:cNvSpPr/>
          <p:nvPr/>
        </p:nvSpPr>
        <p:spPr>
          <a:xfrm>
            <a:off x="508000" y="5892800"/>
            <a:ext cx="3733800" cy="393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link"/>
          <p:cNvSpPr/>
          <p:nvPr>
            <p:ph idx="105" type="body" hasCustomPrompt="1"/>
          </p:nvPr>
        </p:nvSpPr>
        <p:spPr>
          <a:xfrm>
            <a:off x="660400" y="5892800"/>
            <a:ext cx="3175000" cy="393700"/>
          </a:xfrm>
          <a:prstGeom prst="rect">
            <a:avLst/>
          </a:prstGeom>
          <a:noFill/>
          <a:ln/>
        </p:spPr>
        <p:txBody>
          <a:bodyPr wrap="square" rtlCol="0" lIns="0" tIns="0" rIns="0" bIns="0" anchor="ctr"/>
          <a:lstStyle>
            <a:lvl1pPr algn="l" indent="0" marL="0">
              <a:lnSpc>
                <a:spcPts val="1900"/>
              </a:lnSpc>
              <a:buNone/>
              <a:defRPr lang="en-US" sz="1600" dirty="0">
                <a:solidFill>
                  <a:srgbClr val="000000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defRPr>
            </a:lvl1pPr>
          </a:lstStyle>
          <a:p>
            <a:pPr algn="l"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linkedin.com/in/tu-perfil</a:t>
            </a:r>
            <a:endParaRPr lang="en-US" sz="1600" dirty="0"/>
          </a:p>
        </p:txBody>
      </p:sp>
      <p:pic>
        <p:nvPicPr>
          <p:cNvPr id="8" name="Image 1" descr="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7000" y="5975350"/>
            <a:ext cx="228600" cy="2286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00" y="6045200"/>
            <a:ext cx="1270000" cy="2413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600">
                <a:solidFill>
                  <a:srgbClr val="777777"/>
                </a:solidFill>
                <a:latin typeface="Universal Sans Display 400"/>
                <a:ea typeface="Universal Sans Display 400"/>
                <a:cs typeface="Universal Sans Display 400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jpg"/><Relationship Id="rId3" Type="http://schemas.openxmlformats.org/officeDocument/2006/relationships/slideLayout" Target="../slideLayouts/slideLayout1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08000" y="2286000"/>
            <a:ext cx="11176000" cy="3505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El título de tu charla</a:t>
            </a:r>
            <a:endParaRPr lang="en-US" sz="60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508000" y="6045200"/>
            <a:ext cx="82550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Nombre Apellido</a:t>
            </a:r>
            <a:pPr algn="l"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777777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 · Empresa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08000" y="571500"/>
            <a:ext cx="2540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3200" dirty="0">
                <a:solidFill>
                  <a:srgbClr val="777777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01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08000" y="2540000"/>
            <a:ext cx="11176000" cy="37465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Título de sección</a:t>
            </a:r>
            <a:endParaRPr lang="en-US" sz="6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00" y="6045200"/>
            <a:ext cx="1270000" cy="2413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600">
                <a:solidFill>
                  <a:srgbClr val="777777"/>
                </a:solidFill>
                <a:latin typeface="Universal Sans Display 400"/>
                <a:ea typeface="Universal Sans Display 400"/>
                <a:cs typeface="Universal Sans Display 400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8000" y="571500"/>
            <a:ext cx="51054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Tres reglas por diapositiva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121400" y="571500"/>
            <a:ext cx="812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dirty="0">
                <a:solidFill>
                  <a:srgbClr val="777777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01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7340600" y="571500"/>
            <a:ext cx="43434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Bef>
                <a:spcPts val="300"/>
              </a:spcBef>
              <a:buNone/>
            </a:pPr>
            <a:r>
              <a:rPr lang="en-US" sz="20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Una idea por diapositiva</a:t>
            </a:r>
            <a:endParaRPr lang="en-US" sz="2000" dirty="0"/>
          </a:p>
          <a:p>
            <a:pPr algn="l" indent="0" marL="0">
              <a:lnSpc>
                <a:spcPts val="2400"/>
              </a:lnSpc>
              <a:spcBef>
                <a:spcPts val="300"/>
              </a:spcBef>
              <a:buNone/>
            </a:pPr>
            <a:r>
              <a:rPr lang="en-US" sz="2000" dirty="0">
                <a:solidFill>
                  <a:srgbClr val="777777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Si necesitas dos, haz dos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121400" y="1473200"/>
            <a:ext cx="812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dirty="0">
                <a:solidFill>
                  <a:srgbClr val="777777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02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340600" y="1473200"/>
            <a:ext cx="43434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Bef>
                <a:spcPts val="300"/>
              </a:spcBef>
              <a:buNone/>
            </a:pPr>
            <a:r>
              <a:rPr lang="en-US" sz="20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Frases, no viñetas</a:t>
            </a:r>
            <a:endParaRPr lang="en-US" sz="2000" dirty="0"/>
          </a:p>
          <a:p>
            <a:pPr algn="l" indent="0" marL="0">
              <a:lnSpc>
                <a:spcPts val="2400"/>
              </a:lnSpc>
              <a:spcBef>
                <a:spcPts val="300"/>
              </a:spcBef>
              <a:buNone/>
            </a:pPr>
            <a:r>
              <a:rPr lang="en-US" sz="2000" dirty="0">
                <a:solidFill>
                  <a:srgbClr val="777777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Blanco lo importante, gris el detalle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121400" y="2374900"/>
            <a:ext cx="812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dirty="0">
                <a:solidFill>
                  <a:srgbClr val="777777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03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7340600" y="2374900"/>
            <a:ext cx="43434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Bef>
                <a:spcPts val="300"/>
              </a:spcBef>
              <a:buNone/>
            </a:pPr>
            <a:r>
              <a:rPr lang="en-US" sz="20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Cuatro filas como máximo</a:t>
            </a:r>
            <a:endParaRPr lang="en-US" sz="2000" dirty="0"/>
          </a:p>
          <a:p>
            <a:pPr algn="l" indent="0" marL="0">
              <a:lnSpc>
                <a:spcPts val="2400"/>
              </a:lnSpc>
              <a:spcBef>
                <a:spcPts val="300"/>
              </a:spcBef>
              <a:buNone/>
            </a:pPr>
            <a:r>
              <a:rPr lang="en-US" sz="2000" dirty="0">
                <a:solidFill>
                  <a:srgbClr val="777777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Dos líneas por fila</a:t>
            </a:r>
            <a:endParaRPr lang="en-US" sz="2000" dirty="0"/>
          </a:p>
        </p:txBody>
      </p:sp>
      <p:sp>
        <p:nvSpPr>
          <p:cNvPr id="10" name="Text 0"/>
          <p:cNvSpPr/>
          <p:nvPr>
            <p:ph idx="101" type="body" hasCustomPrompt="1"/>
          </p:nvPr>
        </p:nvSpPr>
        <p:spPr>
          <a:xfrm>
            <a:off x="6121400" y="571500"/>
            <a:ext cx="5562600" cy="50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00" y="6045200"/>
            <a:ext cx="1270000" cy="2413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600">
                <a:solidFill>
                  <a:srgbClr val="777777"/>
                </a:solidFill>
                <a:latin typeface="Universal Sans Display 400"/>
                <a:ea typeface="Universal Sans Display 400"/>
                <a:cs typeface="Universal Sans Display 400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8000" y="1905000"/>
            <a:ext cx="9906000" cy="43815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Una frase que el público pueda repetir al salir</a:t>
            </a:r>
            <a:endParaRPr lang="en-US" sz="6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00" y="6045200"/>
            <a:ext cx="1270000" cy="2413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600">
                <a:solidFill>
                  <a:srgbClr val="777777"/>
                </a:solidFill>
                <a:latin typeface="Universal Sans Display 400"/>
                <a:ea typeface="Universal Sans Display 400"/>
                <a:cs typeface="Universal Sans Display 400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8000" y="571500"/>
            <a:ext cx="11176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El set de stickers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08000" y="3556000"/>
            <a:ext cx="9906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11400"/>
              </a:lnSpc>
              <a:buNone/>
            </a:pPr>
            <a:r>
              <a:rPr lang="en-US" sz="120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12</a:t>
            </a:r>
            <a:endParaRPr lang="en-US" sz="12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08000" y="5486400"/>
            <a:ext cx="9906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Grok Bots distintos, cada uno con su color</a:t>
            </a:r>
            <a:endParaRPr lang="en-US" sz="20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08000" y="6045200"/>
            <a:ext cx="82550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777777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Fuente: Grok Bot Ambassador Kit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00" y="6045200"/>
            <a:ext cx="1270000" cy="2413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600">
                <a:solidFill>
                  <a:srgbClr val="777777"/>
                </a:solidFill>
                <a:latin typeface="Universal Sans Display 400"/>
                <a:ea typeface="Universal Sans Display 400"/>
                <a:cs typeface="Universal Sans Display 400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8000" y="571500"/>
            <a:ext cx="11176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La noche en cifras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08000" y="4445000"/>
            <a:ext cx="3619500" cy="13843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3</a:t>
            </a:r>
            <a:endParaRPr lang="en-US" sz="60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4284133" y="4445000"/>
            <a:ext cx="3619500" cy="13843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45</a:t>
            </a:r>
            <a:pPr algn="l" indent="0" marL="0">
              <a:lnSpc>
                <a:spcPts val="6300"/>
              </a:lnSpc>
              <a:buNone/>
            </a:pPr>
            <a:r>
              <a:rPr lang="en-US" sz="6000" dirty="0">
                <a:solidFill>
                  <a:srgbClr val="777777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 min</a:t>
            </a:r>
            <a:endParaRPr lang="en-US" sz="6000" dirty="0"/>
          </a:p>
        </p:txBody>
      </p:sp>
      <p:sp>
        <p:nvSpPr>
          <p:cNvPr id="5" name="Text 0"/>
          <p:cNvSpPr/>
          <p:nvPr>
            <p:ph idx="105" type="body" hasCustomPrompt="1"/>
          </p:nvPr>
        </p:nvSpPr>
        <p:spPr>
          <a:xfrm>
            <a:off x="8060267" y="4445000"/>
            <a:ext cx="3619500" cy="13843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4</a:t>
            </a:r>
            <a:pPr algn="l" indent="0" marL="0">
              <a:lnSpc>
                <a:spcPts val="6300"/>
              </a:lnSpc>
              <a:buNone/>
            </a:pPr>
            <a:r>
              <a:rPr lang="en-US" sz="6000" dirty="0">
                <a:solidFill>
                  <a:srgbClr val="777777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 h</a:t>
            </a:r>
            <a:endParaRPr lang="en-US" sz="6000" dirty="0"/>
          </a:p>
        </p:txBody>
      </p:sp>
      <p:sp>
        <p:nvSpPr>
          <p:cNvPr id="6" name="Text 0"/>
          <p:cNvSpPr/>
          <p:nvPr>
            <p:ph idx="102" type="body" hasCustomPrompt="1"/>
          </p:nvPr>
        </p:nvSpPr>
        <p:spPr>
          <a:xfrm>
            <a:off x="508000" y="5981700"/>
            <a:ext cx="3619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dirty="0">
                <a:solidFill>
                  <a:srgbClr val="777777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Ponentes</a:t>
            </a:r>
            <a:endParaRPr lang="en-US" sz="2000" dirty="0"/>
          </a:p>
        </p:txBody>
      </p:sp>
      <p:sp>
        <p:nvSpPr>
          <p:cNvPr id="7" name="Text 0"/>
          <p:cNvSpPr/>
          <p:nvPr>
            <p:ph idx="104" type="body" hasCustomPrompt="1"/>
          </p:nvPr>
        </p:nvSpPr>
        <p:spPr>
          <a:xfrm>
            <a:off x="4284133" y="5981700"/>
            <a:ext cx="3619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dirty="0">
                <a:solidFill>
                  <a:srgbClr val="777777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Por charla, con preguntas</a:t>
            </a:r>
            <a:endParaRPr lang="en-US" sz="2000" dirty="0"/>
          </a:p>
        </p:txBody>
      </p:sp>
      <p:sp>
        <p:nvSpPr>
          <p:cNvPr id="8" name="Text 0"/>
          <p:cNvSpPr/>
          <p:nvPr>
            <p:ph idx="106" type="body" hasCustomPrompt="1"/>
          </p:nvPr>
        </p:nvSpPr>
        <p:spPr>
          <a:xfrm>
            <a:off x="8060267" y="5981700"/>
            <a:ext cx="3619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dirty="0">
                <a:solidFill>
                  <a:srgbClr val="777777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De 17:30 a 21:30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00" y="6045200"/>
            <a:ext cx="1270000" cy="2413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600">
                <a:solidFill>
                  <a:srgbClr val="777777"/>
                </a:solidFill>
                <a:latin typeface="Universal Sans Display 400"/>
                <a:ea typeface="Universal Sans Display 400"/>
                <a:cs typeface="Universal Sans Display 400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8000" y="571500"/>
            <a:ext cx="11176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Imagen centrada, con título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08000" y="6045200"/>
            <a:ext cx="82550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777777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Foto: SpaceX</a:t>
            </a:r>
            <a:endParaRPr lang="en-US" sz="1600" dirty="0"/>
          </a:p>
        </p:txBody>
      </p:sp>
      <p:pic>
        <p:nvPicPr>
          <p:cNvPr id="4" name="Image 0" descr="Foto: Space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57778" y="1270000"/>
            <a:ext cx="7676444" cy="4318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00" y="6045200"/>
            <a:ext cx="1270000" cy="2413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600">
                <a:solidFill>
                  <a:srgbClr val="777777"/>
                </a:solidFill>
                <a:latin typeface="Universal Sans Display 400"/>
                <a:ea typeface="Universal Sans Display 400"/>
                <a:cs typeface="Universal Sans Display 400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08000" y="6045200"/>
            <a:ext cx="82550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777777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Foto: SpaceX</a:t>
            </a:r>
            <a:endParaRPr lang="en-US" sz="1600" dirty="0"/>
          </a:p>
        </p:txBody>
      </p:sp>
      <p:pic>
        <p:nvPicPr>
          <p:cNvPr id="3" name="Image 0" descr="Foto: Space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7333" y="1016000"/>
            <a:ext cx="3217333" cy="4826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00" y="6045200"/>
            <a:ext cx="1270000" cy="2413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600">
                <a:solidFill>
                  <a:srgbClr val="777777"/>
                </a:solidFill>
                <a:latin typeface="Universal Sans Display 400"/>
                <a:ea typeface="Universal Sans Display 400"/>
                <a:cs typeface="Universal Sans Display 400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oto: SpaceX">    </p:cNvPr>
          <p:cNvPicPr>
            <a:picLocks noChangeAspect="1"/>
          </p:cNvPicPr>
          <p:nvPr>
            <p:ph idx="100" hasCustomPrompt="1"/>
          </p:nvPr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body" hasCustomPrompt="1"/>
          </p:nvPr>
        </p:nvSpPr>
        <p:spPr>
          <a:xfrm>
            <a:off x="508000" y="6045200"/>
            <a:ext cx="82550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Foto: SpaceX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8000" y="571500"/>
            <a:ext cx="11176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Dos imágenes, mismo tamaño</a:t>
            </a:r>
            <a:endParaRPr lang="en-US" sz="3200" dirty="0"/>
          </a:p>
        </p:txBody>
      </p:sp>
      <p:pic>
        <p:nvPicPr>
          <p:cNvPr id="3" name="Image 0" descr="Foto: SpaceX">    </p:cNvPr>
          <p:cNvPicPr>
            <a:picLocks noChangeAspect="1"/>
          </p:cNvPicPr>
          <p:nvPr>
            <p:ph idx="101" hasCustomPrompt="1"/>
          </p:nvPr>
        </p:nvPicPr>
        <p:blipFill>
          <a:blip r:embed="rId1"/>
          <a:srcRect l="0" r="0" t="0" b="0"/>
          <a:stretch/>
        </p:blipFill>
        <p:spPr>
          <a:xfrm>
            <a:off x="508000" y="1917700"/>
            <a:ext cx="5384800" cy="3028950"/>
          </a:xfrm>
          <a:prstGeom prst="rect">
            <a:avLst/>
          </a:prstGeom>
        </p:spPr>
      </p:pic>
      <p:pic>
        <p:nvPicPr>
          <p:cNvPr id="4" name="Image 1" descr="Foto: SpaceX">    </p:cNvPr>
          <p:cNvPicPr>
            <a:picLocks noChangeAspect="1"/>
          </p:cNvPicPr>
          <p:nvPr>
            <p:ph idx="104" hasCustomPrompt="1"/>
          </p:nvPr>
        </p:nvPicPr>
        <p:blipFill>
          <a:blip r:embed="rId2"/>
          <a:srcRect l="0" r="0" t="0" b="0"/>
          <a:stretch/>
        </p:blipFill>
        <p:spPr>
          <a:xfrm>
            <a:off x="6299200" y="1917700"/>
            <a:ext cx="5384800" cy="3028950"/>
          </a:xfrm>
          <a:prstGeom prst="rect">
            <a:avLst/>
          </a:prstGeom>
        </p:spPr>
      </p:pic>
      <p:sp>
        <p:nvSpPr>
          <p:cNvPr id="5" name="Text 0"/>
          <p:cNvSpPr/>
          <p:nvPr>
            <p:ph idx="102" type="body" hasCustomPrompt="1"/>
          </p:nvPr>
        </p:nvSpPr>
        <p:spPr>
          <a:xfrm>
            <a:off x="508000" y="5149850"/>
            <a:ext cx="53848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Plano general</a:t>
            </a:r>
            <a:endParaRPr lang="en-US" sz="1600" dirty="0"/>
          </a:p>
        </p:txBody>
      </p:sp>
      <p:sp>
        <p:nvSpPr>
          <p:cNvPr id="6" name="Text 0"/>
          <p:cNvSpPr/>
          <p:nvPr>
            <p:ph idx="103" type="body" hasCustomPrompt="1"/>
          </p:nvPr>
        </p:nvSpPr>
        <p:spPr>
          <a:xfrm>
            <a:off x="508000" y="5391150"/>
            <a:ext cx="53848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777777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Foto: SpaceX</a:t>
            </a:r>
            <a:endParaRPr lang="en-US" sz="1600" dirty="0"/>
          </a:p>
        </p:txBody>
      </p:sp>
      <p:sp>
        <p:nvSpPr>
          <p:cNvPr id="7" name="Text 0"/>
          <p:cNvSpPr/>
          <p:nvPr>
            <p:ph idx="105" type="body" hasCustomPrompt="1"/>
          </p:nvPr>
        </p:nvSpPr>
        <p:spPr>
          <a:xfrm>
            <a:off x="6299200" y="5149850"/>
            <a:ext cx="53848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Detalle</a:t>
            </a:r>
            <a:endParaRPr lang="en-US" sz="1600" dirty="0"/>
          </a:p>
        </p:txBody>
      </p:sp>
      <p:sp>
        <p:nvSpPr>
          <p:cNvPr id="8" name="Text 0"/>
          <p:cNvSpPr/>
          <p:nvPr>
            <p:ph idx="106" type="body" hasCustomPrompt="1"/>
          </p:nvPr>
        </p:nvSpPr>
        <p:spPr>
          <a:xfrm>
            <a:off x="6299200" y="5391150"/>
            <a:ext cx="53848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777777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Recortado al mismo formato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00" y="6045200"/>
            <a:ext cx="1270000" cy="2413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600">
                <a:solidFill>
                  <a:srgbClr val="777777"/>
                </a:solidFill>
                <a:latin typeface="Universal Sans Display 400"/>
                <a:ea typeface="Universal Sans Display 400"/>
                <a:cs typeface="Universal Sans Display 400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8000" y="1905000"/>
            <a:ext cx="990600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“Lo simple se recuerda”</a:t>
            </a:r>
            <a:endParaRPr lang="en-US" sz="6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08000" y="6045200"/>
            <a:ext cx="82550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Nombre Apellido</a:t>
            </a:r>
            <a:pPr algn="l"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777777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 · Cargo, Empresa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00" y="6045200"/>
            <a:ext cx="1270000" cy="2413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600">
                <a:solidFill>
                  <a:srgbClr val="777777"/>
                </a:solidFill>
                <a:latin typeface="Universal Sans Display 400"/>
                <a:ea typeface="Universal Sans Display 400"/>
                <a:cs typeface="Universal Sans Display 400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8000" y="571500"/>
            <a:ext cx="11176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Código y prompts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08000" y="1270000"/>
            <a:ext cx="111760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7777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Comentarios en gris, código en blanco</a:t>
            </a:r>
            <a:endParaRPr lang="en-US" sz="16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saludar(nombre):</a:t>
            </a:r>
            <a:endParaRPr lang="en-US" sz="16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f"Kaixo, {nombre}"</a:t>
            </a:r>
            <a:endParaRPr lang="en-US" sz="16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6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saludar("Bilbao")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00" y="6045200"/>
            <a:ext cx="1270000" cy="2413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600">
                <a:solidFill>
                  <a:srgbClr val="777777"/>
                </a:solidFill>
                <a:latin typeface="Universal Sans Display 400"/>
                <a:ea typeface="Universal Sans Display 400"/>
                <a:cs typeface="Universal Sans Display 400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8000" y="571500"/>
            <a:ext cx="7620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Gracias</a:t>
            </a:r>
            <a:endParaRPr lang="en-US" sz="6000" dirty="0"/>
          </a:p>
          <a:p>
            <a:pPr algn="l" indent="0" marL="0">
              <a:lnSpc>
                <a:spcPts val="6300"/>
              </a:lnSpc>
              <a:buNone/>
            </a:pPr>
            <a:r>
              <a:rPr lang="en-US" sz="6000" dirty="0">
                <a:solidFill>
                  <a:srgbClr val="777777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Eskerrik asko</a:t>
            </a:r>
            <a:endParaRPr lang="en-US" sz="60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508000" y="5257800"/>
            <a:ext cx="57150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Nombre Apellido</a:t>
            </a:r>
            <a:endParaRPr lang="en-US" sz="16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508000" y="5499100"/>
            <a:ext cx="57150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777777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Empresa</a:t>
            </a:r>
            <a:endParaRPr lang="en-US" sz="1600" dirty="0"/>
          </a:p>
        </p:txBody>
      </p:sp>
      <p:sp>
        <p:nvSpPr>
          <p:cNvPr id="5" name="Text 1"/>
          <p:cNvSpPr/>
          <p:nvPr>
            <p:ph idx="105" type="body" hasCustomPrompt="1"/>
          </p:nvPr>
        </p:nvSpPr>
        <p:spPr>
          <a:xfrm>
            <a:off x="660400" y="5892800"/>
            <a:ext cx="317500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linkedin.com/in/tu-perfil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Universal Sans Display 400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Universal Sans Display 400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SpaceXAI Euskadi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Grok Bot Bilbao Meetup · Nombre Apellido</dc:title>
  <dc:subject/>
  <dc:creator>SpaceXAI Euskadi</dc:creator>
  <cp:lastModifiedBy>SpaceXAI Euskadi</cp:lastModifiedBy>
  <cp:revision>1</cp:revision>
  <dcterms:created xsi:type="dcterms:W3CDTF">2026-09-28T15:45:46Z</dcterms:created>
  <dcterms:modified xsi:type="dcterms:W3CDTF">2026-09-28T15:45:46Z</dcterms:modified>
</cp:coreProperties>
</file>